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03"/>
  </p:normalViewPr>
  <p:slideViewPr>
    <p:cSldViewPr snapToGrid="0">
      <p:cViewPr varScale="1">
        <p:scale>
          <a:sx n="101" d="100"/>
          <a:sy n="101" d="100"/>
        </p:scale>
        <p:origin x="9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723A-3295-F51F-6F87-30E35302FD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Joseph’s proposed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56E07-AFE8-7D49-C67B-0DAF878713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now or for later (or never)</a:t>
            </a:r>
          </a:p>
        </p:txBody>
      </p:sp>
    </p:spTree>
    <p:extLst>
      <p:ext uri="{BB962C8B-B14F-4D97-AF65-F5344CB8AC3E}">
        <p14:creationId xmlns:p14="http://schemas.microsoft.com/office/powerpoint/2010/main" val="505753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D191AF-F8C3-C933-1196-3581E09AE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2100">
                <a:solidFill>
                  <a:srgbClr val="FFFFFF"/>
                </a:solidFill>
              </a:rPr>
              <a:t>Evidence of Misalignment in Composite Score Weighting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C2ACB-7CAD-6186-3B89-8E99F9AC3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en-US" dirty="0"/>
              <a:t>[insert a </a:t>
            </a:r>
            <a:r>
              <a:rPr lang="en-US" dirty="0" err="1"/>
              <a:t>pdp</a:t>
            </a:r>
            <a:r>
              <a:rPr lang="en-US" dirty="0"/>
              <a:t> or binned scatter plot for fico here]</a:t>
            </a:r>
          </a:p>
          <a:p>
            <a:r>
              <a:rPr lang="en-US" dirty="0"/>
              <a:t>While controlling for CDSS and TSR (which include FICO scores):</a:t>
            </a:r>
          </a:p>
          <a:p>
            <a:pPr lvl="1"/>
            <a:r>
              <a:rPr lang="en-US" b="1" dirty="0"/>
              <a:t>Nonlinear residual pattern:</a:t>
            </a:r>
            <a:r>
              <a:rPr lang="en-US" dirty="0"/>
              <a:t> Low and high FICO scores remain predictive even after controlling for CDSS and TSR</a:t>
            </a:r>
          </a:p>
          <a:p>
            <a:pPr lvl="1"/>
            <a:r>
              <a:rPr lang="en-US" b="1" dirty="0"/>
              <a:t>Implication:</a:t>
            </a:r>
            <a:r>
              <a:rPr lang="en-US" dirty="0"/>
              <a:t> Suggests potential </a:t>
            </a:r>
            <a:r>
              <a:rPr lang="en-US" i="1" dirty="0"/>
              <a:t>overweighting</a:t>
            </a:r>
            <a:r>
              <a:rPr lang="en-US" dirty="0"/>
              <a:t> of extreme FICO values (or underrepresentation of mid-range) in the composite models.</a:t>
            </a:r>
          </a:p>
          <a:p>
            <a:pPr lvl="1"/>
            <a:r>
              <a:rPr lang="en-US" b="1" dirty="0"/>
              <a:t>Next step:</a:t>
            </a:r>
            <a:r>
              <a:rPr lang="en-US" dirty="0"/>
              <a:t> Investigate how FICO enters CDSS/TSR and test nonlinear or interaction terms.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34381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6</TotalTime>
  <Words>98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Gill Sans MT</vt:lpstr>
      <vt:lpstr>Parcel</vt:lpstr>
      <vt:lpstr>Joseph’s proposed slide</vt:lpstr>
      <vt:lpstr>Evidence of Misalignment in Composite Score Weighting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Lanser, Joseph Lewis - (jlanser)</dc:creator>
  <cp:lastModifiedBy>Lanser, Joseph Lewis - (jlanser)</cp:lastModifiedBy>
  <cp:revision>1</cp:revision>
  <dcterms:created xsi:type="dcterms:W3CDTF">2025-11-11T16:50:48Z</dcterms:created>
  <dcterms:modified xsi:type="dcterms:W3CDTF">2025-11-11T16:57:17Z</dcterms:modified>
</cp:coreProperties>
</file>